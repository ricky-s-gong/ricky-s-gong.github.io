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Sunggun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7bbed0ed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7bbed0ed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Ricky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is beyond pattern matching it is about general reasoning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Not memorization and model needs to generalize from few demonstrations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7bbed0edc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7bbed0edc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Sunggun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Models tend to hallucinate when uncertain as shown in research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But in real systems, it’s better to refuse than be confidently wrong. So the goal is not just solving tasks, but knowing when a task is unsolvable.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bbed0edc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7bbed0ed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Ricky: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Corruption: replace one example output → create corrupted tasks by breaking consistency in the examples.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lets us explicitly train and evaluate failure detection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7bbed0edc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7bbed0edc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Sunggun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It sometimes outputs REFUSE—but this is not reliable failure detection.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 the baseline lacks both reasoning ability AND calibrated refusal.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It REFUSE even clean tasks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7bbed0edc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7bbed0ed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Ricky: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SFT makes the model better at generating grids, but it completely removes its ability to abstain (hurts failure-awareness).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Mention instead of REFUSE it often copies one of the example outputs or mimics it.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7bbed0edc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7bbed0edc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Ricky: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Not purely model-sampled DPO: When sampled candidates did not yield a meaningful preferred response, we used the ground-truth output as the preferred response and a sampled SFT output as the rejected response.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SFT improved grids but lost refusal, DPO is hoping to change that (story)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For clean tasks: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1. Sample multiple outputs from SFT model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2. Preferred output: Use the highest CA sampled grid if there is a strong preference gap; otherwise use the GT grid (so not purely model-based)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3. Rejected output: prioritize REFUSE if sampled; otherwise use an invalid output or the lowest-CA sampled grid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4. Drop only if the rejected output is identical to the preferred output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7bbed0edc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7bbed0ed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Sunggun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SFT improves reasoning but destroys refusal behavior.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Failure-aware behavior is not learned automatically.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Data design—especially corruption strategy—is critical.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20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Failure-Aware Reasoning for ARC Tasks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8: Ricky Gong, Sunggun Lee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ARC Challenge?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22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Grid-based reasoning tasks where a rule must be inferred from examples to solve the output of a test input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Extends beyond pattern matching and tests general reasoning and problem-solving ability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006" y="2927165"/>
            <a:ext cx="8138950" cy="14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228469" y="4413315"/>
            <a:ext cx="2594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ARC Task #3aa6fb7a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Failure-Aware Reasoning?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Models often hallucinate when unsure and real-world systems should answer when possible and refuse when impossible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models don’t always answer, they should know when not to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27250" y="2737896"/>
            <a:ext cx="13776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Clean Task</a:t>
            </a:r>
            <a:endParaRPr b="1"/>
          </a:p>
        </p:txBody>
      </p:sp>
      <p:sp>
        <p:nvSpPr>
          <p:cNvPr id="71" name="Google Shape;71;p15"/>
          <p:cNvSpPr/>
          <p:nvPr/>
        </p:nvSpPr>
        <p:spPr>
          <a:xfrm>
            <a:off x="527250" y="3705446"/>
            <a:ext cx="13776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Corrupt </a:t>
            </a:r>
            <a:r>
              <a:rPr b="1" lang="en"/>
              <a:t>Task</a:t>
            </a:r>
            <a:endParaRPr b="1"/>
          </a:p>
        </p:txBody>
      </p:sp>
      <p:sp>
        <p:nvSpPr>
          <p:cNvPr id="72" name="Google Shape;72;p15"/>
          <p:cNvSpPr/>
          <p:nvPr/>
        </p:nvSpPr>
        <p:spPr>
          <a:xfrm>
            <a:off x="2539575" y="2737896"/>
            <a:ext cx="13776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Valid Answer</a:t>
            </a:r>
            <a:endParaRPr b="1"/>
          </a:p>
        </p:txBody>
      </p:sp>
      <p:sp>
        <p:nvSpPr>
          <p:cNvPr id="73" name="Google Shape;73;p15"/>
          <p:cNvSpPr/>
          <p:nvPr/>
        </p:nvSpPr>
        <p:spPr>
          <a:xfrm>
            <a:off x="2539575" y="3705446"/>
            <a:ext cx="1377600" cy="666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REFUSE</a:t>
            </a:r>
            <a:endParaRPr b="1"/>
          </a:p>
        </p:txBody>
      </p:sp>
      <p:cxnSp>
        <p:nvCxnSpPr>
          <p:cNvPr id="74" name="Google Shape;74;p15"/>
          <p:cNvCxnSpPr>
            <a:endCxn id="72" idx="1"/>
          </p:cNvCxnSpPr>
          <p:nvPr/>
        </p:nvCxnSpPr>
        <p:spPr>
          <a:xfrm>
            <a:off x="1893375" y="3070896"/>
            <a:ext cx="646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5"/>
          <p:cNvCxnSpPr>
            <a:endCxn id="73" idx="1"/>
          </p:cNvCxnSpPr>
          <p:nvPr/>
        </p:nvCxnSpPr>
        <p:spPr>
          <a:xfrm>
            <a:off x="1916475" y="4035146"/>
            <a:ext cx="623100" cy="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248" y="2417675"/>
            <a:ext cx="4370152" cy="9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250" y="3775075"/>
            <a:ext cx="4370150" cy="90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1687" y="3375626"/>
            <a:ext cx="2487266" cy="25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and Corruption</a:t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857" y="937358"/>
            <a:ext cx="3878517" cy="108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275" y="1144909"/>
            <a:ext cx="4763750" cy="90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 rotWithShape="1">
          <a:blip r:embed="rId5">
            <a:alphaModFix/>
          </a:blip>
          <a:srcRect b="9625" l="0" r="0" t="0"/>
          <a:stretch/>
        </p:blipFill>
        <p:spPr>
          <a:xfrm>
            <a:off x="152400" y="3603236"/>
            <a:ext cx="8839201" cy="14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394" y="2159886"/>
            <a:ext cx="8842249" cy="146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Results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999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051" y="2239757"/>
            <a:ext cx="4206240" cy="22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2763" y="2262225"/>
            <a:ext cx="4208838" cy="22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150" y="4482997"/>
            <a:ext cx="3834750" cy="35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8978" y="4482994"/>
            <a:ext cx="3831336" cy="35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SFT Results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7" cy="962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721" y="2181873"/>
            <a:ext cx="4206240" cy="220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6114" y="2193362"/>
            <a:ext cx="4206241" cy="220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6">
            <a:alphaModFix/>
          </a:blip>
          <a:srcRect b="0" l="0" r="55329" t="0"/>
          <a:stretch/>
        </p:blipFill>
        <p:spPr>
          <a:xfrm>
            <a:off x="384534" y="4480574"/>
            <a:ext cx="3948625" cy="39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 rotWithShape="1">
          <a:blip r:embed="rId6">
            <a:alphaModFix/>
          </a:blip>
          <a:srcRect b="0" l="52471" r="0" t="0"/>
          <a:stretch/>
        </p:blipFill>
        <p:spPr>
          <a:xfrm>
            <a:off x="4882655" y="4469106"/>
            <a:ext cx="3950208" cy="393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DPO: Aligning Generation and Refusal 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12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 Challenges: Collapse to REFUSE on clean tasks and many prompts dropped during pair generation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DPO Strategy: </a:t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04" y="2486345"/>
            <a:ext cx="8679902" cy="1842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085459"/>
            <a:ext cx="8520600" cy="11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SFT improves reasoning ability but hurts refusal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Failure-aware behavior is not learned automatically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Corruption strategy matters</a:t>
            </a:r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3">
            <a:alphaModFix/>
          </a:blip>
          <a:srcRect b="14362" l="0" r="0" t="0"/>
          <a:stretch/>
        </p:blipFill>
        <p:spPr>
          <a:xfrm>
            <a:off x="162180" y="2242650"/>
            <a:ext cx="8839201" cy="138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 rotWithShape="1">
          <a:blip r:embed="rId4">
            <a:alphaModFix/>
          </a:blip>
          <a:srcRect b="12350" l="0" r="0" t="0"/>
          <a:stretch/>
        </p:blipFill>
        <p:spPr>
          <a:xfrm>
            <a:off x="160660" y="3669226"/>
            <a:ext cx="8842249" cy="1389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